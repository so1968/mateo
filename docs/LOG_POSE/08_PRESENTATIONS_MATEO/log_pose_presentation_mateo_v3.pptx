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tGPT Image 6 mai 2026, 23_29_46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tGPT Image 6 mai 2026, 23_29_47 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tGPT Image 6 mai 2026, 23_29_47 (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tGPT Image 6 mai 2026, 23_29_47 (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